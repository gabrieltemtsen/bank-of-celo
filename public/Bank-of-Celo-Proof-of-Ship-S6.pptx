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4D07F"/>
                </a:solidFill>
              </a:defRPr>
            </a:pPr>
            <a:r>
              <a:t>Bank of Celo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Social DeFi Banking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Multi-Chain • Farcaster Native • Community 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486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t>Proof of Ship Season 6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🌟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🏦 Social Banking</a:t>
            </a:r>
          </a:p>
          <a:p>
            <a:r>
              <a:t>Community-driven vault system with transparent donations and automated rewards</a:t>
            </a:r>
          </a:p>
          <a:p/>
          <a:p>
            <a:r>
              <a:t>🔗 Multi-Chain</a:t>
            </a:r>
          </a:p>
          <a:p>
            <a:r>
              <a:t>Seamless operation across Celo and Base networks with unified UX</a:t>
            </a:r>
          </a:p>
          <a:p/>
          <a:p>
            <a:r>
              <a:t>🎯 Farcaster Native</a:t>
            </a:r>
          </a:p>
          <a:p>
            <a:r>
              <a:t>Built specifically for the Farcaster ecosystem with Frame SDK integration</a:t>
            </a:r>
          </a:p>
          <a:p/>
          <a:p>
            <a:r>
              <a:t>💰 Yield Generation</a:t>
            </a:r>
          </a:p>
          <a:p>
            <a:r>
              <a:t>Multiple earning opportunities: savings, rewards, jackpots, and check-ins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Banking System:</a:t>
            </a:r>
          </a:p>
          <a:p>
            <a:r>
              <a:t>• Donation Vaults with tiered rewards</a:t>
            </a:r>
          </a:p>
          <a:p>
            <a:r>
              <a:t>• Claim System with Farcaster verification</a:t>
            </a:r>
          </a:p>
          <a:p>
            <a:r>
              <a:t>• Gasless Transactions with EIP-712</a:t>
            </a:r>
          </a:p>
          <a:p>
            <a:r>
              <a:t>• Quality Score integration (&gt;0.39)</a:t>
            </a:r>
          </a:p>
          <a:p/>
          <a:p>
            <a:r>
              <a:t>Gamification:</a:t>
            </a:r>
          </a:p>
          <a:p>
            <a:r>
              <a:t>• Jackpot/Lottery system</a:t>
            </a:r>
          </a:p>
          <a:p>
            <a:r>
              <a:t>• Daily Check-ins for rewards</a:t>
            </a:r>
          </a:p>
          <a:p>
            <a:r>
              <a:t>• Leaderboards (Top 100 donors)</a:t>
            </a:r>
          </a:p>
          <a:p>
            <a:r>
              <a:t>• Tiered System (3 donor levels)</a:t>
            </a:r>
          </a:p>
          <a:p/>
          <a:p>
            <a:r>
              <a:t>Fx Savings:</a:t>
            </a:r>
          </a:p>
          <a:p>
            <a:r>
              <a:t>• USDC Vault on Base → Earn DEGEN</a:t>
            </a:r>
          </a:p>
          <a:p>
            <a:r>
              <a:t>• cEUR Vault on Celo → Earn CELO</a:t>
            </a:r>
          </a:p>
          <a:p>
            <a:r>
              <a:t>• Real-time APY calculation</a:t>
            </a:r>
          </a:p>
          <a:p>
            <a:r>
              <a:t>• Token Swapping via Farcaster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Multi-Chain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Celo Network - Native CELO Operations:</a:t>
            </a:r>
          </a:p>
          <a:p>
            <a:r>
              <a:t>• Bank Vault: Native CELO deposits</a:t>
            </a:r>
          </a:p>
          <a:p>
            <a:r>
              <a:t>• Claim Amount: 0.5 CELO</a:t>
            </a:r>
          </a:p>
          <a:p>
            <a:r>
              <a:t>• Jackpot Tickets: 1 CELO each</a:t>
            </a:r>
          </a:p>
          <a:p>
            <a:r>
              <a:t>• Fx Savings: cEUR → CELO rewards</a:t>
            </a:r>
          </a:p>
          <a:p>
            <a:r>
              <a:t>• 8 Deployed Contracts</a:t>
            </a:r>
          </a:p>
          <a:p/>
          <a:p>
            <a:r>
              <a:t>Base Network - DEGEN Token Operations:</a:t>
            </a:r>
          </a:p>
          <a:p>
            <a:r>
              <a:t>• DEGEN Bank: ERC-20 token support</a:t>
            </a:r>
          </a:p>
          <a:p>
            <a:r>
              <a:t>• Claim Amount: 100 DEGEN</a:t>
            </a:r>
          </a:p>
          <a:p>
            <a:r>
              <a:t>• Jackpot Tickets: 250 DEGEN each</a:t>
            </a:r>
          </a:p>
          <a:p>
            <a:r>
              <a:t>• Fx Savings: USDC → DEGEN rewards</a:t>
            </a:r>
          </a:p>
          <a:p>
            <a:r>
              <a:t>• 4 Deployed Contracts</a:t>
            </a:r>
          </a:p>
          <a:p/>
          <a:p>
            <a:r>
              <a:t>✨ Unified User Experience Across Both Networks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🎭 Deep Farcaster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Verification:</a:t>
            </a:r>
          </a:p>
          <a:p>
            <a:r>
              <a:t>• Farcaster ID Required for all claims</a:t>
            </a:r>
          </a:p>
          <a:p>
            <a:r>
              <a:t>• Quality Score ≥0.39 minimum</a:t>
            </a:r>
          </a:p>
          <a:p>
            <a:r>
              <a:t>• Username Resolution via Neynar API</a:t>
            </a:r>
          </a:p>
          <a:p>
            <a:r>
              <a:t>• FID-based Blacklisting system</a:t>
            </a:r>
          </a:p>
          <a:p/>
          <a:p>
            <a:r>
              <a:t>Frame SDK Integration:</a:t>
            </a:r>
          </a:p>
          <a:p>
            <a:r>
              <a:t>• Native Token Swapping in frames</a:t>
            </a:r>
          </a:p>
          <a:p>
            <a:r>
              <a:t>• CAIP-19 Standard compliance</a:t>
            </a:r>
          </a:p>
          <a:p>
            <a:r>
              <a:t>• ETH→USDC on Base</a:t>
            </a:r>
          </a:p>
          <a:p>
            <a:r>
              <a:t>• CELO→cEUR on Celo</a:t>
            </a:r>
          </a:p>
          <a:p/>
          <a:p>
            <a:r>
              <a:t>Social Features:</a:t>
            </a:r>
          </a:p>
          <a:p>
            <a:r>
              <a:t>• Leaderboard Display with usernames</a:t>
            </a:r>
          </a:p>
          <a:p>
            <a:r>
              <a:t>• Community Recognition system</a:t>
            </a:r>
          </a:p>
          <a:p>
            <a:r>
              <a:t>• Social-first DeFi experience</a:t>
            </a:r>
          </a:p>
          <a:p>
            <a:r>
              <a:t>• Engagement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⚡ 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Architecture:</a:t>
            </a:r>
          </a:p>
          <a:p>
            <a:r>
              <a:t>• Next.js 15 with TypeScript</a:t>
            </a:r>
          </a:p>
          <a:p>
            <a:r>
              <a:t>• Wagmi v2 for Web3 integration</a:t>
            </a:r>
          </a:p>
          <a:p>
            <a:r>
              <a:t>• Framer Motion animations</a:t>
            </a:r>
          </a:p>
          <a:p>
            <a:r>
              <a:t>• TailwindCSS with dark mode</a:t>
            </a:r>
          </a:p>
          <a:p>
            <a:r>
              <a:t>• Convex real-time data</a:t>
            </a:r>
          </a:p>
          <a:p/>
          <a:p>
            <a:r>
              <a:t>Security:</a:t>
            </a:r>
          </a:p>
          <a:p>
            <a:r>
              <a:t>• EIP-712 typed signatures</a:t>
            </a:r>
          </a:p>
          <a:p>
            <a:r>
              <a:t>• ReentrancyGuard protection</a:t>
            </a:r>
          </a:p>
          <a:p>
            <a:r>
              <a:t>• Input Validation &amp; sanitization</a:t>
            </a:r>
          </a:p>
          <a:p>
            <a:r>
              <a:t>• Rate Limiting mechanisms</a:t>
            </a:r>
          </a:p>
          <a:p>
            <a:r>
              <a:t>• Multi-layer access controls</a:t>
            </a:r>
          </a:p>
          <a:p/>
          <a:p>
            <a:r>
              <a:t>Performance:</a:t>
            </a:r>
          </a:p>
          <a:p>
            <a:r>
              <a:t>• Real-time Sync every 3 seconds</a:t>
            </a:r>
          </a:p>
          <a:p>
            <a:r>
              <a:t>• Optimistic UI updates</a:t>
            </a:r>
          </a:p>
          <a:p>
            <a:r>
              <a:t>• Contract Read caching</a:t>
            </a:r>
          </a:p>
          <a:p>
            <a:r>
              <a:t>• Mobile-first responsive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📜 Smart Contract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• 14 Smart Contracts deployed</a:t>
            </a:r>
          </a:p>
          <a:p>
            <a:r>
              <a:t>• 2 Networks supported</a:t>
            </a:r>
          </a:p>
          <a:p>
            <a:r>
              <a:t>• 100 Leaderboard slots</a:t>
            </a:r>
          </a:p>
          <a:p>
            <a:r>
              <a:t>• 3% Jackpot win rate</a:t>
            </a:r>
          </a:p>
          <a:p/>
          <a:p>
            <a:r>
              <a:t>Banking Contracts:</a:t>
            </a:r>
          </a:p>
          <a:p>
            <a:r>
              <a:t>• Donation Vaults: Secure CELO/DEGEN storage</a:t>
            </a:r>
          </a:p>
          <a:p>
            <a:r>
              <a:t>• Claim System: Farcaster ID verification</a:t>
            </a:r>
          </a:p>
          <a:p>
            <a:r>
              <a:t>• Tier Management: Automated donor classification</a:t>
            </a:r>
          </a:p>
          <a:p>
            <a:r>
              <a:t>• Fee Distribution: 10% dev fee structure</a:t>
            </a:r>
          </a:p>
          <a:p/>
          <a:p>
            <a:r>
              <a:t>Fx Vaults:</a:t>
            </a:r>
          </a:p>
          <a:p>
            <a:r>
              <a:t>• USDC Vault: Base network USDC deposits</a:t>
            </a:r>
          </a:p>
          <a:p>
            <a:r>
              <a:t>• cEUR Vault: Celo network cEUR deposits</a:t>
            </a:r>
          </a:p>
          <a:p>
            <a:r>
              <a:t>• Reward Distribution: Automated yield payments</a:t>
            </a:r>
          </a:p>
          <a:p>
            <a:r>
              <a:t>• Real-time APY: Dynamic rate calculation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💎 Economic Model &amp; Rewards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Vault Claims:</a:t>
            </a:r>
          </a:p>
          <a:p>
            <a:r>
              <a:t>• Celo: 0.5 CELO per claim</a:t>
            </a:r>
          </a:p>
          <a:p>
            <a:r>
              <a:t>• Base: 100 DEGEN per claim</a:t>
            </a:r>
          </a:p>
          <a:p>
            <a:r>
              <a:t>• Cooldown: Quality score based</a:t>
            </a:r>
          </a:p>
          <a:p>
            <a:r>
              <a:t>• Verification: Farcaster ID required</a:t>
            </a:r>
          </a:p>
          <a:p/>
          <a:p>
            <a:r>
              <a:t>Fx Savings:</a:t>
            </a:r>
          </a:p>
          <a:p>
            <a:r>
              <a:t>• Dynamic APY: Real-time rate calculation</a:t>
            </a:r>
          </a:p>
          <a:p>
            <a:r>
              <a:t>• Dual Networks: USDC &amp; cEUR support</a:t>
            </a:r>
          </a:p>
          <a:p>
            <a:r>
              <a:t>• Flexible Deposits: No lock-up periods</a:t>
            </a:r>
          </a:p>
          <a:p>
            <a:r>
              <a:t>• Compound Rewards: Automatic reinvestment</a:t>
            </a:r>
          </a:p>
          <a:p/>
          <a:p>
            <a:r>
              <a:t>Jackpot Lottery:</a:t>
            </a:r>
          </a:p>
          <a:p>
            <a:r>
              <a:t>• Ticket Price: 1 CELO / 250 DEGEN</a:t>
            </a:r>
          </a:p>
          <a:p>
            <a:r>
              <a:t>• Win Probability: 3% base rate</a:t>
            </a:r>
          </a:p>
          <a:p>
            <a:r>
              <a:t>• Dev Fee: 5% on winnings</a:t>
            </a:r>
          </a:p>
          <a:p>
            <a:r>
              <a:t>• Carryover: Unclaimed prizes accumulate</a:t>
            </a:r>
          </a:p>
          <a:p/>
          <a:p>
            <a:r>
              <a:t>🔥 10x Multiplier for Identity-Verified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User Experience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1️⃣ Onboarding:</a:t>
            </a:r>
          </a:p>
          <a:p>
            <a:r>
              <a:t>• Connect Farcaster account</a:t>
            </a:r>
          </a:p>
          <a:p>
            <a:r>
              <a:t>• Verify quality score</a:t>
            </a:r>
          </a:p>
          <a:p>
            <a:r>
              <a:t>• Choose network (Celo/Base)</a:t>
            </a:r>
          </a:p>
          <a:p>
            <a:r>
              <a:t>• Complete welcome tutorial</a:t>
            </a:r>
          </a:p>
          <a:p/>
          <a:p>
            <a:r>
              <a:t>2️⃣ Engagement:</a:t>
            </a:r>
          </a:p>
          <a:p>
            <a:r>
              <a:t>• Daily check-ins for rewards</a:t>
            </a:r>
          </a:p>
          <a:p>
            <a:r>
              <a:t>• Donate to vault system</a:t>
            </a:r>
          </a:p>
          <a:p>
            <a:r>
              <a:t>• Participate in jackpots</a:t>
            </a:r>
          </a:p>
          <a:p>
            <a:r>
              <a:t>• Climb leaderboards</a:t>
            </a:r>
          </a:p>
          <a:p/>
          <a:p>
            <a:r>
              <a:t>3️⃣ Earning:</a:t>
            </a:r>
          </a:p>
          <a:p>
            <a:r>
              <a:t>• Claim vault rewards</a:t>
            </a:r>
          </a:p>
          <a:p>
            <a:r>
              <a:t>• Earn from Fx savings</a:t>
            </a:r>
          </a:p>
          <a:p>
            <a:r>
              <a:t>• Win jackpot prizes</a:t>
            </a:r>
          </a:p>
          <a:p>
            <a:r>
              <a:t>• Receive tier bonuses</a:t>
            </a:r>
          </a:p>
          <a:p/>
          <a:p>
            <a:r>
              <a:t>Key Differentiators: Farcaster Native • Gasless Claims • Multi-Chain • Social DeFi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Innovation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Farcaster Ecosystem Impact:</a:t>
            </a:r>
          </a:p>
          <a:p>
            <a:r>
              <a:t>• 50M+ Funding ecosystem opportunity</a:t>
            </a:r>
          </a:p>
          <a:p>
            <a:r>
              <a:t>• Social-first DeFi user experience</a:t>
            </a:r>
          </a:p>
          <a:p>
            <a:r>
              <a:t>• Frame SDK native integration</a:t>
            </a:r>
          </a:p>
          <a:p>
            <a:r>
              <a:t>• Community Building through finance</a:t>
            </a:r>
          </a:p>
          <a:p/>
          <a:p>
            <a:r>
              <a:t>Technical Innovation:</a:t>
            </a:r>
          </a:p>
          <a:p>
            <a:r>
              <a:t>• Cross-chain UX unified experience</a:t>
            </a:r>
          </a:p>
          <a:p>
            <a:r>
              <a:t>• EIP-712 Gasless transactions</a:t>
            </a:r>
          </a:p>
          <a:p>
            <a:r>
              <a:t>• Quality Score access control</a:t>
            </a:r>
          </a:p>
          <a:p>
            <a:r>
              <a:t>• Real-time Sync performance</a:t>
            </a:r>
          </a:p>
          <a:p/>
          <a:p>
            <a:r>
              <a:t>Market Opportunity:</a:t>
            </a:r>
          </a:p>
          <a:p>
            <a:r>
              <a:t>• Web2 → Web3 bridge for social users</a:t>
            </a:r>
          </a:p>
          <a:p>
            <a:r>
              <a:t>• Emerging Markets financial inclusion</a:t>
            </a:r>
          </a:p>
          <a:p>
            <a:r>
              <a:t>• Creator Economy monetization</a:t>
            </a:r>
          </a:p>
          <a:p>
            <a:r>
              <a:t>• Community Finance new paradigm</a:t>
            </a:r>
          </a:p>
          <a:p/>
          <a:p>
            <a:r>
              <a:t>🏆 First truly social-native DeFi platform combining Farcaster identity, </a:t>
            </a:r>
          </a:p>
          <a:p>
            <a:r>
              <a:t>multi-chain infrastructure, and gamified banking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Key Metrics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Metrics:</a:t>
            </a:r>
          </a:p>
          <a:p>
            <a:r>
              <a:t>• 14 Smart Contracts</a:t>
            </a:r>
          </a:p>
          <a:p>
            <a:r>
              <a:t>• 2 Networks</a:t>
            </a:r>
          </a:p>
          <a:p>
            <a:r>
              <a:t>• 100 Leaderboard Spots</a:t>
            </a:r>
          </a:p>
          <a:p>
            <a:r>
              <a:t>• 5 Core Features</a:t>
            </a:r>
          </a:p>
          <a:p>
            <a:r>
              <a:t>• 3% Jackpot Win Rate</a:t>
            </a:r>
          </a:p>
          <a:p>
            <a:r>
              <a:t>• 10x Verified User Bonus</a:t>
            </a:r>
          </a:p>
          <a:p>
            <a:r>
              <a:t>• 0.39 Min Quality Score</a:t>
            </a:r>
          </a:p>
          <a:p/>
          <a:p>
            <a:r>
              <a:t>Celo Network Contracts:</a:t>
            </a:r>
          </a:p>
          <a:p>
            <a:r>
              <a:t>• Bank Vault: 0x18Ea8d1D41A3307D159D2d3C1fCfBCF139354A8F</a:t>
            </a:r>
          </a:p>
          <a:p>
            <a:r>
              <a:t>• Jackpot: 0x9602d02Bd17d9f1c1EB09028fCea26dD29383611</a:t>
            </a:r>
          </a:p>
          <a:p>
            <a:r>
              <a:t>• cEUR Vault: 0x6C617A05b9D183D2BD1A3350F4782Fc125460634</a:t>
            </a:r>
          </a:p>
          <a:p/>
          <a:p>
            <a:r>
              <a:t>Base Network Contracts:</a:t>
            </a:r>
          </a:p>
          <a:p>
            <a:r>
              <a:t>• USDC Vault: 0x8Ca054b89C9F04C5546f37B633690fb940Cc4130</a:t>
            </a:r>
          </a:p>
          <a:p>
            <a:r>
              <a:t>• DEGEN Bank: Multi-contract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🌟 The Future of Social DeFi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D07F"/>
                </a:solidFill>
              </a:defRPr>
            </a:pPr>
            <a:r>
              <a:t>Bank of Celo: Where Social Meets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Mission: Bridge Web2 social users into Web3 finance through familiar, gamified experiences</a:t>
            </a:r>
            <a:br/>
            <a:br/>
            <a:r>
              <a:t>Vision: Become the standard for social DeFi, empowering communities to build financial systems</a:t>
            </a:r>
            <a:br/>
            <a:br/>
            <a:r>
              <a:t>Innovation: Pioneering the convergence of social graphs and financial infrastructure</a:t>
            </a:r>
            <a:br/>
            <a:br/>
            <a:r>
              <a:t>Impact: Creating financial inclusion through social participation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🏆 Ready for Proof of Ship Season 6</a:t>
            </a:r>
            <a:br/>
            <a:br/>
            <a:r>
              <a:t>A complete, innovative DeFi platform that advances the entire Farcaster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